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F742-9FB8-115D-C52A-94D7764F4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68F77-AF07-801E-B3F6-C6C770E14C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4650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Franklin Gothic Book</vt:lpstr>
      <vt:lpstr>Crop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Wallenböck</dc:creator>
  <cp:lastModifiedBy>Lukas Wallenböck</cp:lastModifiedBy>
  <cp:revision>1</cp:revision>
  <dcterms:created xsi:type="dcterms:W3CDTF">2025-11-07T16:00:46Z</dcterms:created>
  <dcterms:modified xsi:type="dcterms:W3CDTF">2025-11-07T16:01:28Z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612a5d-858c-47c0-96d3-92955940fe19_Enabled">
    <vt:lpwstr>true</vt:lpwstr>
  </property>
  <property fmtid="{D5CDD505-2E9C-101B-9397-08002B2CF9AE}" pid="3" name="MSIP_Label_5a612a5d-858c-47c0-96d3-92955940fe19_SetDate">
    <vt:lpwstr>2025-11-07T16:01:28Z</vt:lpwstr>
  </property>
  <property fmtid="{D5CDD505-2E9C-101B-9397-08002B2CF9AE}" pid="4" name="MSIP_Label_5a612a5d-858c-47c0-96d3-92955940fe19_Method">
    <vt:lpwstr>Privileged</vt:lpwstr>
  </property>
  <property fmtid="{D5CDD505-2E9C-101B-9397-08002B2CF9AE}" pid="5" name="MSIP_Label_5a612a5d-858c-47c0-96d3-92955940fe19_Name">
    <vt:lpwstr>Public (without marking)</vt:lpwstr>
  </property>
  <property fmtid="{D5CDD505-2E9C-101B-9397-08002B2CF9AE}" pid="6" name="MSIP_Label_5a612a5d-858c-47c0-96d3-92955940fe19_SiteId">
    <vt:lpwstr>e21ebe2c-3b5b-4d4c-8d0e-c1ca0e8ea14b</vt:lpwstr>
  </property>
  <property fmtid="{D5CDD505-2E9C-101B-9397-08002B2CF9AE}" pid="7" name="MSIP_Label_5a612a5d-858c-47c0-96d3-92955940fe19_ActionId">
    <vt:lpwstr>6dbd436e-3980-4d2a-9229-043ce9a968a6</vt:lpwstr>
  </property>
  <property fmtid="{D5CDD505-2E9C-101B-9397-08002B2CF9AE}" pid="8" name="MSIP_Label_5a612a5d-858c-47c0-96d3-92955940fe19_ContentBits">
    <vt:lpwstr>0</vt:lpwstr>
  </property>
  <property fmtid="{D5CDD505-2E9C-101B-9397-08002B2CF9AE}" pid="9" name="MSIP_Label_5a612a5d-858c-47c0-96d3-92955940fe19_Tag">
    <vt:lpwstr>50, 0, 1, 1</vt:lpwstr>
  </property>
</Properties>
</file>